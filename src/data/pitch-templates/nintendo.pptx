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13304.38</c:v>
                </c:pt>
                <c:pt idx="1">
                  <c:v>27775.91</c:v>
                </c:pt>
                <c:pt idx="2">
                  <c:v>50095.49</c:v>
                </c:pt>
                <c:pt idx="3">
                  <c:v>7589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Nintendo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[LONG] Nintendo (TYO: 7974)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'Record fundamentals priced like a declining business — the drawdown is explained by dated events, not demand']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sees a thin software pipeline and a memory-chip margin squeeze after the June 2026 Direct disappointment]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— e.g. the two priced-in catalysts (BOM costs, one weak showcase) are dated and fixable, while FY26 was the strongest year on record]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'The strongest fiscal year in company history is being priced like a bad one']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'Both priced-in problems are dated events with known fixes']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'The Pokemon/IP annuity is real earnings power the hardware cycle hides']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strongest fiscal year in company history i]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'Both priced-in problems are dated events with 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'The Pokemon/IP annuity is real earnings power 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— e.g. console cycles are hit-driven; a thin first-party pipeline plus a prolonged memory-cost spike compresses both sentiment and margins at once]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Games — Hardware, First-Party Software &amp; IP Licensing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Switch 2 install-base ramp,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software attach rate economics]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IP licensing/film monetization]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Sony — Game &amp; Network Services (TYO: 6758)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Take-Two Interactive (NASDAQ: TTWO)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Arts (NASDAQ: EA)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[Note: no exact peer — hardware + first-party + IP stake is unusual; say so]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hardware install base → first-party software attach → IP licensing (Pokemon Co. JV) → recurring revenue]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150m+ install base &amp; first-party IP no rival can ship]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e.g. Pokemon Co. stake]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'The strongest fiscal year in company history is being priced like a bad one']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from the FY26 results presentation — net sales +98.6%, Switch 2 at 19.86m units (fastest-selling console ever), segment margins. Chart: revenue &amp; operating profit, 10-year.]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'Both priced-in problems are dated events with known fixes']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two-panel evidence — DRAM/NAND spot-price trend (TrendForce/DRAMeXchange) vs Switch 2 BOM commentary; and the stock's reaction to each past Direct, showing showcase sentiment is the swing factor.]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'The Pokemon/IP annuity is real earnings power the hardware cycle hides']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Pokemon Company's own reported revenue/profit (FY to Feb 2026: $3.33bn / $752m) and Nintendo's JV stake — licensing income vs hardware profit mix. Chart: IP/licensing income over time.]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bear version — e.g. memory costs stay elevated through FY27, the next Direct underwhelms again, and the market was right to treat record results as a cycle peak.]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FY26 numbers are reported fact, not forecast; 2) BOM pressure is a dated, cost-side event with known resolution paths; 3) the next dated showcase is a checkable catalyst.]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current 10-yr JGB yield | beta from stockanalysis.com (cross-check it — Nintendo screens unusually low because of net cash + the Pokemon annuity) | ERP 5% | JPY throughout — set the workbook's quote divisor to 1 (no pence conversion).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dated Nintendo Direct / showcase]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quarterly results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first-party flagship release date]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e.g. memory costs stay high] → [mitigant — e.g. priced-in already at -53%; BOM is a small % of revenue]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e.g. weak pipeline] → [mitigant — next Direct is a dated, binary checkpoint]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(G&amp;NS segment) (TYO: 6758)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Take-Two Interactive (NASDAQ: TTWO)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 Arts (NASDAQ: EA)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Nintendo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JPY billions unless noted; share price in JPY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mix: hardware + first-party software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Take-Two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publisher — software margin benchmark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publisher — live-service benchmark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true peer exists: hardware + first-party + Pokemon JV stake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— check founding-family/executive stakes in the annual report]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returns: [INSERT — buyback/dividend policy from IR]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management's console-cycle history]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remuneration structure from the corporate governance report]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JPY billions unless noted; share price in JPY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Nintendo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