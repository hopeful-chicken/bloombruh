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BC5B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Nintendo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TYO: 7974   ·   Gaming Hardware &amp; Software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fundamentals, a 53% drawdown — a hype-vs-fundamentals gap running in reverse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5486400"/>
            <a:ext cx="11064240" cy="0"/>
          </a:xfrm>
          <a:prstGeom prst="line">
            <a:avLst/>
          </a:prstGeom>
          <a:noFill/>
          <a:ln w="12700">
            <a:solidFill>
              <a:srgbClr val="3C38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3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Price: ____________     Target Price: ____________     Upside/Downside: ____________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____________________          Date: ____________________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Pitch Deck Template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Pitch Summary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1247120" cy="1051560"/>
          </a:xfrm>
          <a:prstGeom prst="rect">
            <a:avLst/>
          </a:prstGeom>
          <a:solidFill>
            <a:srgbClr val="BC5B33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18872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 — the trigger
</a:t>
            </a:r>
            <a:pPr indent="0" marL="0">
              <a:buNone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Nintendo Direct disappointment (-10% in one session) despite FY26 net sales +98.6% YoY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see upside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36301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971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3264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Switch 2 Hardware Cycle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977640"/>
            <a:ext cx="3264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net sales nearly doubled to ¥2.313tn — Switch 2 is the fastest-selling console in company history (19.86m units, 10 months)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70248" y="2834640"/>
            <a:ext cx="36301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53128" y="2971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453128" y="3429000"/>
            <a:ext cx="3264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Pokemon Franchise at Peak Strength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53128" y="3977640"/>
            <a:ext cx="3264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Pokemon Company: $3.33bn revenue, $752m net profit (FY to Feb 2026) — one of the franchise's strongest years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83296" y="2834640"/>
            <a:ext cx="36301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66176" y="2971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266176" y="3429000"/>
            <a:ext cx="3264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Specific, Addressable Catalysts Behind the Drawdown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66176" y="3977640"/>
            <a:ext cx="3264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53% drawdown is driven by two dated, specific catalysts (a memory-chip cost shock, a thin software showcase) — not a broken business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4983480"/>
            <a:ext cx="11247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3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594360" y="4983480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stock price chart, last 12 months, vs. a relevant sector index — annotate the trigger date directly on the chart]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Nintendo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&amp; Business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55321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3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594360" y="1143000"/>
            <a:ext cx="5257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industry size/growth chart — cite your source directly on the slide]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172200" y="1143000"/>
            <a:ext cx="55321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3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309360" y="1143000"/>
            <a:ext cx="5257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revenue mix / business model diagram — where does the money actually come from?]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977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comparables to know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Sony Group — Games &amp; Network Services segment (TYO: 6758)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Take-Two Interactive (NASDAQ: TTWO)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Arts (NASDAQ: EA)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Nintendo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Thesis 1 — Record Switch 2 Hardware Cycle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1247120" cy="822960"/>
          </a:xfrm>
          <a:prstGeom prst="rect">
            <a:avLst/>
          </a:prstGeom>
          <a:solidFill>
            <a:srgbClr val="BC5B33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1430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net sales nearly doubled to ¥2.313tn — Switch 2 is the fastest-selling console in company history (19.86m units, 10 months)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112471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3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94360" y="2148840"/>
            <a:ext cx="10972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the chart or data table that actually proves this thesis — pull it from a primary source, not a summary of one. See this pitch's Research Toolkit for exactly where to look.]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5440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notes: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5806440"/>
            <a:ext cx="1124712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6126480"/>
            <a:ext cx="1124712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Nintendo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Thesis 2 — Pokemon Franchise at Peak Strength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1247120" cy="822960"/>
          </a:xfrm>
          <a:prstGeom prst="rect">
            <a:avLst/>
          </a:prstGeom>
          <a:solidFill>
            <a:srgbClr val="BC5B33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1430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Pokemon Company: $3.33bn revenue, $752m net profit (FY to Feb 2026) — one of the franchise's strongest years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112471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3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94360" y="2148840"/>
            <a:ext cx="10972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the chart or data table that actually proves this thesis — pull it from a primary source, not a summary of one. See this pitch's Research Toolkit for exactly where to look.]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5440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notes: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5806440"/>
            <a:ext cx="1124712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6126480"/>
            <a:ext cx="1124712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Nintendo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Street Is Bearish — Here's the Honest Response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4406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37160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BEAR CASE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4983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is pricing in a weak forward software pipeline and structurally higher hardware costs.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188720"/>
            <a:ext cx="548640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BC5B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6520" y="1371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REBUTTAL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46520" y="178308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cycles are lumpy by nature — the memory-chip shock is an industry-wide, AI-driven cost input, not Nintendo-specific, and the software pipeline concern is testable at the next Direct.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Nintendo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Valuation — DCF &amp; Scenario Analysis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2011680"/>
        </p:xfrm>
        <a:graphic>
          <a:graphicData uri="http://schemas.openxmlformats.org/drawingml/2006/table">
            <a:tbl>
              <a:tblPr/>
              <a:tblGrid>
                <a:gridCol w="2811780"/>
                <a:gridCol w="2811780"/>
                <a:gridCol w="2811780"/>
                <a:gridCol w="28117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Assumption Delta vs. 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[?]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[?]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[?]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[?]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[?]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[?]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[?]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[?]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[?]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Target Price: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[?]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429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WACC inputs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Risk-free rate: [?]      Beta: [?]      Equity Risk Premium: [?]      Cost of Debt (pre-tax): [?]      Tax Rate: [?]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4526280"/>
            <a:ext cx="11247120" cy="1554480"/>
          </a:xfrm>
          <a:prstGeom prst="rect">
            <a:avLst/>
          </a:prstGeom>
          <a:solidFill>
            <a:srgbClr val="BC5B33">
              <a:alpha val="8000"/>
            </a:srgbClr>
          </a:solidFill>
          <a:ln w="12700">
            <a:solidFill>
              <a:srgbClr val="BC5B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466344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9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this in Excel — don't guess at a DCF freehand.
</a:t>
            </a:r>
            <a:pPr indent="0" marL="0">
              <a:buNone/>
            </a:pPr>
            <a:r>
              <a:rPr lang="en-US" sz="11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DCF and Trading Comps templates at bloombruh.com/templates — pick "Nintendo" or the closest available sector match. Every cell is a live formula prefilled with real data; you only need to adjust the assumptions above.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Nintendo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Catalysts, Risks &amp; Appendix Checklist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timeline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5321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3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94360" y="1508760"/>
            <a:ext cx="5257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2-3 near-term dated events that would confirm or break this thesis — e.g. next earnings date, a specific regulatory decision, a contract renewal]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72200" y="1143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risk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508760"/>
            <a:ext cx="55321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645920"/>
            <a:ext cx="5166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cycles are lumpy and hit-driven — depends on hardware attach rates and a strong first-party pipeline.
</a:t>
            </a:r>
            <a:pPr indent="0" marL="0">
              <a:buNone/>
            </a:pPr>
            <a:r>
              <a:rPr lang="en-US" sz="115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Mitigant: [?]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3703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checklist — what a complete pack needs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11247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comparable companies table (margins, growth, EV/EBITDA, P/E — see this pitch's Research Toolkit for real comps)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Porter's Five Forces for the industry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Precedent M&amp;A transactions in the sector, if relevant to the thesis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Management/insider activity summary (recent buying or selling, ownership %)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DCF output + sensitivity table (price target vs. WACC and terminal growth/exit multiple)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Nintendo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2026-08-05T15:29:37Z</dcterms:created>
  <dcterms:modified xsi:type="dcterms:W3CDTF">2026-08-05T15:29:37Z</dcterms:modified>
</cp:coreProperties>
</file>