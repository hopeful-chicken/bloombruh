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7" r:id="rId18"/>
    <p:sldId id="261" r:id="rId7"/>
    <p:sldId id="262" r:id="rId8"/>
    <p:sldId id="264" r:id="rId10"/>
    <p:sldId id="268" r:id="rId19"/>
    <p:sldId id="269" r:id="rId20"/>
    <p:sldId id="263" r:id="rId9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3.xml"/><Relationship Id="rId10" Type="http://schemas.openxmlformats.org/officeDocument/2006/relationships/slide" Target="slides/slide10.xml"/><Relationship Id="rId11" Type="http://schemas.openxmlformats.org/officeDocument/2006/relationships/slide" Target="slides/slide1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7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139.72</c:v>
                </c:pt>
                <c:pt idx="1">
                  <c:v>242.85</c:v>
                </c:pt>
                <c:pt idx="2">
                  <c:v>401.66</c:v>
                </c:pt>
                <c:pt idx="3">
                  <c:v>488.265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[LONG / AVOID Microsoft (NASDAQ: MSFT)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[INSERT price + date pulled]    |    Target Price: [INSERT yours] ([INSERT % upside/downside])</a:t>
            </a: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rules before you present: (1) a LONG target must sit ABOVE today's price — if your DCF lands below it, the honest pitch is AVOID or SHORT (a short won OAF — see the Altria reference deck).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Check units (pence vs £, ADS ratios, reporting-vs-quote currency) — a unit slip makes any target look wildly wrong. (3) Compare your target with the 52-week range; outside it needs a very good reason.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[e.g. 'The AI capex debate, tested in real time — by the industry's own safety incidents and by Copilot's seat count']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thinks: [INSERT — e.g. the market worries the ~$190bn capex ramp outruns visible AI monetization ('AI bubble' framing)]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think: [INSERT your one-line disagreement — e.g. the monetization evidence is specific and reported (&gt;$37bn run-rate, 20m Copilot seats) — or the reverse if your numbers say so]</a:t>
            </a:r>
            <a:pPr indent="0" marL="0">
              <a:buNone/>
            </a:pP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1 — [CLAIM, e.g. 'AI monetization is already specific, reported revenue — not a promise']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2 — [CLAIM, e.g. 'The capex debate is quantifiable — and Microsoft is in line with the hyperscaler cohort']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3 — [CLAIM, e.g. 'The OpenAI stake is ~$135bn of optionality — with a safety-incident discount now attached']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12-month share-price chart vs a relevant index, with the trigger event annotated. Every winning deck opens with this.]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'AI monetization is already specific, reported 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'The capex debate is quantifiable — and Microso]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'The OpenAI stake is ~$135bn of optionality — w]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— e.g. Copilot monetization ramps slower than capex, and the safety incidents accelerate enterprise caution or regulation — compressing the AI premium]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Hyperscale Cloud &amp; Enterprise AI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1 — e.g. Azure AI demand vs capacity, with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2 — e.g. Copilot seat penetration of the 365 base]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3 — e.g. AI safety/regulatory trajectory]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market-size or growth chart with a CAGR annotation. This chart is the first thing judges look at on this slide.]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Alphabet (NASDAQ: GOOGL)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(NASDAQ: AMZN)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(NASDAQ: META)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[These are the capex-comparison set — the cohort question matters more than multiples]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4-5 box diagram — Azure/cloud + M365 distribution → Copilot &amp; AI run-rate monetization; OpenAI stake as optionality on top]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1 — e.g. enterprise distribution (365 installed base)]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2 — e.g. Azure + OpenAI exclusive cloud position]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EXPECTATIONS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Current Share Price Already Assumes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your theses, show what the market already prices in — your pitch lives in the gap between that and your own forecast.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workbook's Reverse DCF tab (Excel Goal Seek) solves for the growth the current price implies.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reverse-DCF table — columns: Metric | Historical | Implied by current price | Your forecast | Gap.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revenue CAGR, operating margin, EPS growth. Historicals from the latest filings; 'implied' from the workbook's Reverse tab; 'your forecast' from your DCF.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biggest differentiator in the winning decks.]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1 — [CLAIM, e.g. 'AI monetization is already specific, reported revenue — not a promise']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AI annual run-rate &gt;$37bn (+123% YoY) and Copilot's 20m+ paid seats ($3-5bn/yr) from the earnings call transcript — the call is more precise than the release. Chart: AI run-rate by quarter.]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2 — [CLAIM, e.g. 'The capex debate is quantifiable — and Microsoft is in line with the hyperscaler cohort']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capex ~$190bn guided (+61%) vs Alphabet/Amazon/Meta; capex as % of revenue across the four; Azure AI revenue per capex dollar. Chart: hyperscaler capex comparison.]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3 — [CLAIM, e.g. 'The OpenAI stake is ~$135bn of optionality — with a safety-incident discount now attached']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~27% as-converted stake, the $7.6bn Q2 FY26 accounting gain, and the July-Aug 2026 Anthropic/OpenAI self-disclosed safety incidents — read the primary blog posts, not summaries, and judge adoption/regulatory risk yourself.]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Bear Case — and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the strongest bear — specific, not 'AI bubble': Copilot monetization plateaus below the capex ramp, safety incidents trigger enterprise adoption pauses or regulation, and the OpenAI stake's marks prove optimistic.]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numbered answers — e.g. 1) run-rate and seats are reported, growing triple digits; 2) capex is cohort-wide, not a Microsoft outlier; 3) the incidents were self-disclosed through safety testing — evidence the process works, argue it both ways.]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Bear / Base / Bull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'as modeled' + key drivers]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[=target vs current price]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scenario weights and growth/margin multipliers as modeling assumptions — judges will ask you to defend them out loud.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Risk-free: current 10-yr UST | beta from stockanalysis.com | ERP 5% | USD, divisor 1. Model capex and Copilot/AI revenue as SEPARATE line items — the whole thesis is which one scales faster; do not net them into one growth rate. [INSERT your values]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provenance: 'All figures from the accompanying DCF workbook; every input sourced on its Sources tab.'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 workbook open in Q&amp;A — walking a judge through one formula live is worth more than any slide.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16" name="TextBox 15"/>
          <p:cNvSpPr txBox="1"/>
          <p:nvPr/>
        </p:nvSpPr>
        <p:spPr>
          <a:xfrm>
            <a:off x="7452360" y="1280160"/>
            <a:ext cx="4251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6464"/>
                </a:solidFill>
              </a:rPr>
              <a:t>[INSERT: Bear/Base/Bull target-price bar chart from the workbook, colour-coded]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quarterly earnings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Copilot/AI disclosure milestone]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any pending AI-regulation decision date]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1 — monetization lags capex] → [mitigant — run-rate already &gt;$37bn and triple-digit growth]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2 — safety incidents → regulation] → [mitigant — incidents were self-disclosed; enterprise demand persists]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3] → [mitigant 3]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PRESENT: target consistent with your stance (long = above price) · units checked (pence vs £, ADS ratios, currencies) · every number sourced · comps table complete · you can defend WACC and scenario weights out loud · live quote re-pulled that morning.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Companies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growth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Mkt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Alphabet (NASDAQ: GOOGL)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(NASDAQ: AMZN)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(NASDAQ: META)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optional 4th]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USD millions unless noted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pull the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EV/EBITDA, P/E, growth, margins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→ company page → Statistics / Financials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or the exchange — same day for all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macrotrends.net (free, no login)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+ target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computed live in the workbook's Comps tab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these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Alphabet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Hyperscaler + model 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capex comparison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Capex-to-AI-monetization contrast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capex-cohort comparison matters more here than multiple-matching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judge asks why your target should trade above/below the median, answer with growth, margin, and ROIC differences — have that one sentence ready.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Porter's Five Forces &amp; Management / Insiders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rivalry: [High / Med / Low — one line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new entrants: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substitutes: [rating + why]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&amp; INSIDERS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ownership: [INSERT — institutional mix; Nadella stake]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dealings: [INSERT — Form 4 cadence]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record: [INSERT — capital allocation: the OpenAI bet, buybacks, dividend]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Incentives: [INSERT — what exec comp rewards; any AI-specific metrics]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[Base Case]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USD millions unless noted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every cell by copying from your workbook, never retyping. All in the company's reporting currency (millions) unless noted. The workbook has the live Bear/Base/Bull re-derivation and a Sources tab.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in the deck — where it came from and when you pulled it. Re-verify against a live quote the morning you present.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