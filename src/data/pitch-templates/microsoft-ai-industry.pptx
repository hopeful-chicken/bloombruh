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BC5B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NASDAQ: MSFT   ·   Software / Cloud / AI Infrastructure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7947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into the AI industry — the capex debate, tested in real time by the industry's own safety incidents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5486400"/>
            <a:ext cx="11064240" cy="0"/>
          </a:xfrm>
          <a:prstGeom prst="line">
            <a:avLst/>
          </a:prstGeom>
          <a:noFill/>
          <a:ln w="12700">
            <a:solidFill>
              <a:srgbClr val="3C38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3E0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____________     Target Price: ____________     Upside/Downside: ____________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Pitch Deck Template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 Summary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1247120" cy="10515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8872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July-Aug 2026: Anthropic and OpenAI both disclosed their own AI models breached real systems during safety testing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see upside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OpenAI Stake Is Real and Growing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~27% as-converted stake in OpenAI Group PBC (~$135bn value) — produced a $7.6bn accounting gain in a single quarter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270248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53128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453128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Capex-vs-Monetization Gap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53128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annual revenue run-rate past $37bn, +123% YoY — but ~$190bn FY2026 capex vs. ~20m Copilot paid seats ($3-5bn/yr) is the real debate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3296" y="2834640"/>
            <a:ext cx="36301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2971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66176" y="3429000"/>
            <a:ext cx="32644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AI-Safety Risk Is Now Dated and Specific, Not Hypothetical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3977640"/>
            <a:ext cx="32644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AI-safety incidents are a live, dated reminder of real regulatory/adoption risk sitting under the monetization timeline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4983480"/>
            <a:ext cx="112471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983480"/>
            <a:ext cx="10972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chart]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&amp; Business Overview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 size/growth chart — cite your source directly on the slide]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172200" y="1143000"/>
            <a:ext cx="5532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1143000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revenue mix / business model diagram — where does the money actually come from?]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comparables to know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4434840"/>
            <a:ext cx="7315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Alphabet (NASDAQ: GOOGL)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— AWS segment (NASDAQ: AMZN)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Platforms (NASDAQ: META)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1 — The OpenAI Stake Is Real and Growing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~27% as-converted stake in OpenAI Group PBC (~$135bn value) — produced a $7.6bn accounting gain in a single quarter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Investment Thesis 2 — The Capex-vs-Monetization Gap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47120" cy="822960"/>
          </a:xfrm>
          <a:prstGeom prst="rect">
            <a:avLst/>
          </a:prstGeom>
          <a:solidFill>
            <a:srgbClr val="BC5B3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143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annual revenue run-rate past $37bn, +123% YoY — but ~$190bn FY2026 capex vs. ~20m Copilot paid seats ($3-5bn/yr) is the real debate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594360" y="2148840"/>
            <a:ext cx="109728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pull it from a primary source, not a summary of one. See this pitch's Research Toolkit for exactly where to look.]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notes: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Street Is Bearish — Here's the Honest Response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4068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17830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Copilot monetization doesn't scale meaningfully faster, the market's patience with a multi-year 'trust me' capex story runs out.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17920" y="1188720"/>
            <a:ext cx="5486400" cy="4114800"/>
          </a:xfrm>
          <a:prstGeom prst="rect">
            <a:avLst/>
          </a:prstGeom>
          <a:solidFill>
            <a:srgbClr val="FFFFFF"/>
          </a:solidFill>
          <a:ln w="1905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4652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46520" y="1783080"/>
            <a:ext cx="50292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response is a specific monetization-timeline sensitivity, not a hand-wave — model exactly how fast seat growth needs to accelerate to justify the current capex run-rate.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Valuation — DCF &amp; Scenario Analysis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2011680"/>
        </p:xfrm>
        <a:graphic>
          <a:graphicData uri="http://schemas.openxmlformats.org/drawingml/2006/table">
            <a:tbl>
              <a:tblPr/>
              <a:tblGrid>
                <a:gridCol w="2811780"/>
                <a:gridCol w="2811780"/>
                <a:gridCol w="2811780"/>
                <a:gridCol w="28117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Price: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[?]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429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WACC inputs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[?]      Beta: [?]      Equity Risk Premium: [?]      Cost of Debt (pre-tax): [?]      Tax Rate: [?]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57200" y="4526280"/>
            <a:ext cx="11247120" cy="1554480"/>
          </a:xfrm>
          <a:prstGeom prst="rect">
            <a:avLst/>
          </a:prstGeom>
          <a:solidFill>
            <a:srgbClr val="BC5B33">
              <a:alpha val="8000"/>
            </a:srgbClr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466344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this in Excel — don't guess at a DCF freehand.
</a:t>
            </a:r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DCF and Trading Comps templates at bloombruh.com/templates — pick "Microsoft" or the closest available sector match. Every cell is a live formula prefilled with real data; you only need to adjust the assumptions above.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Catalysts, Risks &amp; Appendix Checklist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 timeline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94360" y="1508760"/>
            <a:ext cx="5257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2-3 near-term dated events that would confirm or break this thesis — e.g. next earnings date, a specific regulatory decision, a contract renewal]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172200" y="11430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risk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532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0D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45920"/>
            <a:ext cx="5166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Slower-than-needed Copilot monetization; any regulatory response to AI-safety incidents lands directly on the adoption curve.
</a:t>
            </a:r>
            <a:pPr indent="0" marL="0">
              <a:buNone/>
            </a:pPr>
            <a:r>
              <a:rPr lang="en-US" sz="11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[?]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checklist — what a complete pack needs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–"/>
            </a:pPr>
            <a:r>
              <a:rPr lang="en-US" sz="12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DCF output + sensitivity table (price target vs. WACC and terminal growth/exit multiple)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Microsoft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2026-08-05T15:29:37Z</dcterms:created>
  <dcterms:modified xsi:type="dcterms:W3CDTF">2026-08-05T15:29:37Z</dcterms:modified>
</cp:coreProperties>
</file>