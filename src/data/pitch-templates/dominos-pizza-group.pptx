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Domino's Pizza Group plc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LSE: DOM   ·   Quick-Service Restaurants (UK)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UK quick-service bellwether, re-accelerating on chicken and loyalty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system sales +6.1% to £825.3m, like-for-like +4.9%, driven by national Chick 'N' Dip rollout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Diversification Is Driving Order Value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Chicken range carries a higher average order value (£36 vs. £26 pizza-only) and cross-sells well (87% of chicken buyers also buy pizza)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Discipline Over Store-Count Growth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shift toward same-store growth and unit profitability, away from pure store-count expansion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as a Structural (Not One-Off) Lever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Domino's Rewards loyalty programme: 2.2m enrolled ahead of full national rollout in Q4 2026 — a second, structural growth lever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Greggs (LSE: GRG)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Restaurant Group / Wagamama (LSE: RTN)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Menu Diversification Is Driving Order Value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Chicken range carries a higher average order value (£36 vs. £26 pizza-only) and cross-sells well (87% of chicken buyers also buy pizza)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Capital Discipline Over Store-Count Growth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shift toward same-store growth and unit profitability, away from pure store-count expansion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consumer spending is under pressure, and the delivery market (Deliveroo, Uber Eats) is intensely competitive.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— the bull case depends on loyalty/menu innovation driving order value and frequency faster than input costs rise. Worth explicitly separating volume growth from price/mix growth in the model.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[?]      Beta: [?]      Equity Risk Premium: [?]      Cost of Debt (pre-tax): [?]      Tax Rate: [?]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this in Excel — don't guess at a DCF freehand.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DCF and Trading Comps templates at bloombruh.com/templates — pick "Domino's Pizza Group plc" or the closest available sector match. Every cell is a live formula prefilled with real data; you only need to adjust the assumptions above.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cost inflation and a genuinely competitive delivery market pressuring margins.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DCF output + sensitivity table (price target vs. WACC and terminal growth/exit multiple)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2026-08-05T15:29:37Z</dcterms:created>
  <dcterms:modified xsi:type="dcterms:W3CDTF">2026-08-05T15:29:37Z</dcterms:modified>
</cp:coreProperties>
</file>