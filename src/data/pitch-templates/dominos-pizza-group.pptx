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4" r:id="rId10"/>
    <p:sldId id="268" r:id="rId19"/>
    <p:sldId id="269" r:id="rId20"/>
    <p:sldId id="263" r:id="rId9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0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7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185.65</c:v>
                </c:pt>
                <c:pt idx="1">
                  <c:v>268.98</c:v>
                </c:pt>
                <c:pt idx="2">
                  <c:v>362.98</c:v>
                </c:pt>
                <c:pt idx="3">
                  <c:v>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Domino's Pizza Group plc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[LONG] Domino's Pizza Group (LSE: DOM)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[INSERT price + date pulled]    |    Target Price: [INSERT yours] ([INSERT % upside/downside])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rules before you present: (1) a LONG target must sit ABOVE today's price — if your DCF lands below it, the honest pitch is AVOID or SHORT (a short won OAF — see the Altria reference deck).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Check units (pence vs £, ADS ratios, reporting-vs-quote currency) — a unit slip makes any target look wildly wrong. (3) Compare your target with the 52-week range; outside it needs a very good reason.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[e.g. 'A second growth engine hiding inside a mature pizza franchise']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thinks: [INSERT — e.g. the market prices DOM as a ex-growth franchise harvesting a mature UK pizza market]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think: [INSERT — e.g. Chick 'N' Dip lifts basket size (AOV £36 vs £26) and Rewards (2.2m enrolled pre-rollout) lifts frequency — LFL is re-accelerating, not flattening]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— [CLAIM, e.g. 'Chicken is a basket-size engine, not a menu gimmick']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2 — [CLAIM, e.g. 'Loyalty is about to compound frequency — 2.2m members before the national rollout']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3 — [CLAIM, e.g. 'Franchisee economics still support store growth']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12-month share-price chart vs a relevant index, with the trigger event annotated. Every winning deck opens with this.]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'Chicken is a basket-size engine, not a menu gi]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'Loyalty is about to compound frequency — 2.2m 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'Franchisee economics still support store growt]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— e.g. a weak UK consumer plus food/labour inflation squeezes franchisees, slowing openings and discounting into the LFL gains]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 Quick-Service Food — Delivery, Chicken &amp; Loyalty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1 — e.g. UK delivery/food-on-the-go market growth, with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2 — e.g. chicken category expansion vs pizza]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3 — e.g. loyalty penetration driving order frequency]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market-size or growth chart with a CAGR annotation. This chart is the first thing judges look at on this slide.]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Greggs (LSE: GRG)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Restaurant Group (LSE: RTN)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[Domino's Pizza Inc (NYSE: DPZ) is the PARENT, not a comp — keep filings separate]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[Note: compare LFL trends directly — both are UK consumer bellwethers]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4-5 box diagram — franchisees run stores → system sales → franchise royalties + supply-chain margin → DOM's asset-light take]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1 — e.g. delivery density + brand in UK&amp;I]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2 — e.g. supply-chain scale]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EXPECTATIONS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Current Share Price Already Assumes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theses, show what the market already prices in — your pitch lives in the gap between that and your own forecast.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workbook's Reverse DCF tab (Excel Goal Seek) solves for the growth the current price implies.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reverse-DCF table — columns: Metric | Historical | Implied by current price | Your forecast | Gap.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revenue CAGR, operating margin, EPS growth. Historicals from the latest filings; 'implied' from the workbook's Reverse tab; 'your forecast' from your DCF.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biggest differentiator in the winning decks.]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1 — [CLAIM, e.g. 'Chicken is a basket-size engine, not a menu gimmick']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Chick 'N' Dip AOV £36 vs £26 pizza-only, 87% attach rate, from the H1 2026 RNS. Chart: average order value and mix over time.]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2 — [CLAIM, e.g. 'Loyalty is about to compound frequency — 2.2m members before the national rollout']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Domino's Rewards enrolled count (2.2m) vs Q4 2026 full-rollout plan; loyalty economics from the RNS/investor materials. Chart: enrolled members by period — a quotable, trackable metric.]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3 — [CLAIM, e.g. 'Franchisee economics still support store growth']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system sales +6.1% to £825.3m, LFL +4.9% accelerating; franchisee profitability and payback from the annual report; store-count runway in UK&amp;I. Chart: store count + LFL by period.]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Bear Case — and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the strongest bear version — e.g. chicken cannibalises pizza margin, loyalty discounts erode franchisee economics, and a squeezed UK consumer trades down.]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numbered answers — e.g. 1) 87% of chicken buyers also buy pizza — incremental, not cannibalising; 2) LFL is accelerating on reported numbers; 3) rollout metrics are quarterly checkable.]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Bear / Base / Bull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'as modeled' + key drivers]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[=target vs current price]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scenario weights and growth/margin multipliers as modeling assumptions — judges will ask you to defend them out loud.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Risk-free: current 10-yr UK gilt | beta from stockanalysis.com | ERP 5% | price in pence — divisor 100. Use UK-specific inflation/consumer assumptions, not US defaults. [INSERT your values]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provenance: 'All figures from the accompanying DCF workbook; every input sourced on its Sources tab.'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workbook open in Q&amp;A — walking a judge through one formula live is worth more than any slide.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TextBox 15"/>
          <p:cNvSpPr txBox="1"/>
          <p:nvPr/>
        </p:nvSpPr>
        <p:spPr>
          <a:xfrm>
            <a:off x="7452360" y="1280160"/>
            <a:ext cx="4251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[INSERT: Bear/Base/Bull target-price bar chart from the workbook, colour-coded]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Q4 2026 Rewards national rollout]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trading update / results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store-opening target update]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1 — UK consumer weakens] → [mitigant — value positioning; delivery is resilient in downturns]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2 — franchisee margin squeeze] → [mitigant — track franchisee profitability each period]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3] → [mitigant 3]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PRESENT: target consistent with your stance (long = above price) · units checked (pence vs £, ADS ratios, currencies) · every number sourced · comps table complete · you can defend WACC and scenario weights out loud · live quote re-pulled that morning.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Companies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Greggs (LSE: GRG)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Restaurant Group (LSE: RTN)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3rd]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4th]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Domino's Pizza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pull the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EV/EBITDA, P/E, growth, margins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→ company page → Statistics / Financials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or the exchange — same day for all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macrotrends.net (free, no login)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+ target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live in the workbook's Comps 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these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food-on-the-go bellwether — compare LFL directly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Sit-down-adjacent UK consumer contrast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Domino's Pizza Inc (NYSE: DPZ) is the US parent — do NOT mix its financials into DOM's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asks why your target should trade above/below the median, answer with growth, margin, and ROIC differences — have that one sentence ready.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Porter's Five Forces &amp; Management / Insiders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rivalry: [High / Med / Low — one line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substitutes: [rating + why]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INSIDERS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ownership: [INSERT % — annual report]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dealings: [INSERT — LSE RNS directors' dealings]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record: [INSERT — franchisee relations and capital returns history]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Incentives: [INSERT — what comp rewards: LFL? system sales? EPS?]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[Base Case]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every cell by copying from your workbook, never retyping. All in the company's reporting currency (millions) unless noted. The workbook has the live Bear/Base/Bull re-derivation and a Sources tab.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in the deck — where it came from and when you pulled it. Re-verify against a live quote the morning you present.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