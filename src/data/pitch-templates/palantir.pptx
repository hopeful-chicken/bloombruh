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0" r:id="rId6"/>
    <p:sldId id="267" r:id="rId18"/>
    <p:sldId id="261" r:id="rId7"/>
    <p:sldId id="262" r:id="rId8"/>
    <p:sldId id="264" r:id="rId10"/>
    <p:sldId id="268" r:id="rId19"/>
    <p:sldId id="269" r:id="rId20"/>
    <p:sldId id="263" r:id="rId9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3.xml"/><Relationship Id="rId10" Type="http://schemas.openxmlformats.org/officeDocument/2006/relationships/slide" Target="slides/slide10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7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Implied Price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6B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D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24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Bear</c:v>
                  </c:pt>
                  <c:pt idx="1">
                    <c:v>Base</c:v>
                  </c:pt>
                  <c:pt idx="2">
                    <c:v>Bull</c:v>
                  </c:pt>
                  <c:pt idx="3">
                    <c:v>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30.94</c:v>
                </c:pt>
                <c:pt idx="1">
                  <c:v>62.16</c:v>
                </c:pt>
                <c:pt idx="2">
                  <c:v>112.76</c:v>
                </c:pt>
                <c:pt idx="3">
                  <c:v>125.65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indent="0" marL="0">
              <a:buNone/>
            </a:pPr>
            <a:r>
              <a:rPr lang="en-US" sz="26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Palantir Technologies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731520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[LONG or SHORT/AVOID Palantir Technologies (NASDAQ: PLTR)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[INSERT price + date pulled]    |    Target Price: [INSERT yours] ([INSERT % upside/downside])</a:t>
            </a: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rules before you present: (1) a LONG target must sit ABOVE today's price — if your DCF lands below it, the honest pitch is AVOID or SHORT (a short won OAF — see the Altria reference deck).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Check units (pence vs £, ADS ratios, reporting-vs-quote currency) — a unit slip makes any target look wildly wrong. (3) Compare your target with the 52-week range; outside it needs a very good reason.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modeled on real Varsity Pitch Competition / OAF-style decks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pitch to present as your own — fill in your name above.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[e.g. 'Real 342% commercial AI growth — priced at a multiple that leaves no room for error']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thinks: [INSERT — e.g. bulls point to Rule-of-40 &gt;140% and the Army anchor; Burry's disclosed short says 'priced for perfection']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think: [INSERT your one-line disagreement with ONE side — e.g. even bull-case growth does not reach today's price without a permanently elevated multiple — or the reverse]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1 — [CLAIM, e.g. 'The commercial AI ramp is real and reported, not narrative']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044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2 — [CLAIM, e.g. 'Government is the anchor: 55% of revenue, verified contract by contract']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202936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3 — [CLAIM, e.g. 'The multiple is the thesis: ~200x trailing / ~80x forward leaves no room for error']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8247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355080" y="12801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12-month share-price chart vs a relevant index, with the trigger event annotated. Every winning deck opens with this.]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265176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SEE UPSIDE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[[CLAIM, e.g. 'The commercial AI ramp is real and reported, n]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[[CLAIM, e.g. 'Government is the anchor: 55% of revenue, veri]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[[CLAIM, e.g. 'The multiple is the thesis: ~200x trailing / ~]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3520440"/>
            <a:ext cx="265176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2571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— e.g. any growth deceleration triggers multiple compression; at ~80x forward the downside from 'merely great' results is large]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 &amp; Defense Software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6616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INDUSTRY DRIVERS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56616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33467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driver 1 — e.g. AIP/bootcamp-driven commercial adoption, with source]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driver 2 — e.g. defense AI budget trajectory]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driver 3 — e.g. software-multiple environment (rates)]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3794760" cy="237744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297680" y="12801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market-size or growth chart with a CAGR annotation. This chart is the first thing judges look at on this slide.]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1188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1280160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9344"/>
            <a:ext cx="361188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664208"/>
            <a:ext cx="33924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(NYSE: SNOW)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C3.ai (NYSE: AI)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other high-multiple software names you can justify]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 how few comps exist at this growth+government mix — that scarcity cuts both ways]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5486400" cy="219456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206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4-5 box diagram — Gotham (government) + Foundry/AIP (commercial) → platforms embedded in customer operations → high switching costs]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420624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COMPETITIVE ADVANTAGES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535424"/>
            <a:ext cx="548640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590288"/>
            <a:ext cx="5266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moat 1 — e.g. deep operational embedding/switching costs]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moat 2 — e.g. government security accreditation]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moat 3]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Current Share Price Already Assumes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theses, show what the market already prices in — your pitch lives in the gap between that and your own forecast.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the workbook's Reverse DCF tab (Excel Goal Seek) solves for the growth the current price implies.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reverse-DCF table — columns: Metric | Historical | Implied by current price | Your forecast | Gap.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revenue CAGR, operating margin, EPS growth. Historicals from the latest filings; 'implied' from the workbook's Reverse tab; 'your forecast' from your DCF.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biggest differentiator in the winning decks.]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1 — [CLAIM, e.g. 'The commercial AI ramp is real and reported, not narrative']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commercial AI revenue $1.31bn +342% YoY, 47% FCF margin, Rule-of-40 &gt;140% — calculate the Rule of 40 yourself from reported financials before citing it. Chart: commercial vs government growth, quarterly.]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2 — [CLAIM, e.g. 'Government is the anchor: 55% of revenue, verified contract by contract']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USASpending.gov contract search (do it yourself — do not trust secondary summaries), the $10bn Army deal, revenue visibility. Chart: government revenue + contract backlog.]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3 — [CLAIM, e.g. 'The multiple is the thesis: ~200x trailing / ~80x forward leaves no room for error']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 multiple-compression sensitivity table — value at peer multiples (25-40x) vs today's price. At this valuation the EXIT MULTIPLE, not growth, is your main scenario lever — that is literally Burry's argument made concrete.]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IS BEARISH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Bear Case — and the Honest Response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4068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294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4068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212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the strongest bear — Burry's own disclosed argument, steelmanned: at ~200x trailing, even flawless execution leaves holders relying on multiple expansion, not cash flows. Build the compression table.]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numbered answers — e.g. 1) Rule-of-40 &gt;140% has no software peer; 2) government revenue is multi-year contracted; 3) commercial inflection is reported fact, not guidance. Then state what multiple YOUR target needs and defend it.]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&amp; Scenario Analysis — Bear / Base / Bull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driver deltas]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weight]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'as modeled' + key drivers]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weight]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driver deltas]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weight]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[=target vs current price]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364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scenario weights and growth/margin multipliers as modeling assumptions — judges will ask you to defend them out loud.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BUILD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99592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Risk-free: current 10-yr UST | beta from stockanalysis.com (expect it HIGH — it matters a lot at this valuation) | ERP 5% | USD, divisor 1. Build the scenario table around the exit-multiple assumption, not growth — multiple compression is the bear case. [INSERT your values]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828032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provenance: 'All figures from the accompanying DCF workbook; every input sourced on its Sources tab.'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workbook open in Q&amp;A — walking a judge through one formula live is worth more than any slide.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7452360" y="1280160"/>
            <a:ext cx="4251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[INSERT: Bear/Base/Bull target-price bar chart from the workbook, colour-coded]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We Win &amp; What Could Break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CATALYST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next earnings date]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next major contract announcement/renewal window]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Burry position updates via 13-F filings date]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risk 1 — multiple compression] → [mitigant — growth durability + contracted government base]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risk 2 — government budget/political shift] → [mitigant — commercial now nearly half the mix]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risk 3] → [mitigant 3]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CHECKLIST — WHAT A COMPLETE PACK NEEDS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PRESENT: target consistent with your stance (long = above price) · units checked (pence vs £, ADS ratios, currencies) · every number sourced · comps table complete · you can defend WACC and scenario weights out loud · live quote re-pulled that morning.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Companies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(NYSE: SNOW)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C3.ai (NYSE: AI)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optional 3rd]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optional 4th]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Palantir Technologies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millions unless noted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11480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pull the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EV/EBITDA, P/E, growth, margins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stockanalysis.com → company page → Statistics / Financials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stockanalysis.com or the exchange — same day for all comps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macrotrends.net (free, no login)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+ target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live in the workbook's Comps 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971800"/>
          <a:ext cx="4114800" cy="19202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these comps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High-growth data platform — multiple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C3.ai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AI pure-play — the cautionary comp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nothing trades at this growth+government mix; say what that implies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judge asks why your target should trade above/below the median, answer with growth, margin, and ROIC differences — have that one sentence ready.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Porter's Five Forces &amp; Management / Insiders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4068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294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4068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212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rivalry: [High / Med / Low — one line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power: [rating +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power: [rating +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new entrants: [rating +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substitutes: [rating + why]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INSIDERS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ownership: [INSERT — Karp/co-founder stakes, share-class structure]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dealings: [INSERT — insider selling cadence from Form 4s]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record: [INSERT — stock-based comp history vs dilution]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Incentives: [INSERT — what comp rewards; SBC as % of revenue]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Summary — [Base Case]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EBIT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D&amp;A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Incr. NWC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Unlevered FCF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millions unless noted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11480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PV of FCF (Yr 1-5)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971800"/>
          <a:ext cx="4114800" cy="19202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(for weighting)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of Equity /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Equity (CAPM)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Cost of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every cell by copying from your workbook, never retyping. All in the company's reporting currency (millions) unless noted. The workbook has the live Bear/Base/Bull re-derivation and a Sources tab.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in the deck — where it came from and when you pulled it. Re-verify against a live quote the morning you present.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Palantir Technologies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2026-08-06T04:30:31Z</dcterms:created>
  <dcterms:modified xsi:type="dcterms:W3CDTF">2026-08-06T04:30:31Z</dcterms:modified>
</cp:coreProperties>
</file>