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Palantir Technologies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NASDAQ: PLTR   ·   Enterprise AI / Data Software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342% commercial AI growth, priced at a multiple with no room for error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Burry's disclosed short position, explicitly framed as a 'priced for perfection' argument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Growth Is Real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revenue +342% YoY to $1.31bn, with 47% free cash flow margins — real, not vapourware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40+ Quality Metrics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 score above 140% — well clear of the standard software-quality benchmark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Concentration — Quantified, Not Assumed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revenue still 55% of total, anchored by a $10bn multi-year US Army contract — a real, checkable concentration risk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(NYSE: SNOW)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C3.ai (NYSE: AI)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Commercial AI Growth Is Real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revenue +342% YoY to $1.31bn, with 47% free cash flow margins — real, not vapourware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Rule of 40+ Quality Metrics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 score above 140% — well clear of the standard software-quality benchmark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80-100x forward earnings, even a moderate growth deceleration could erase a large share of the share price on multiple compression alone.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correct bear case, not a strawman — the honest response is a sensitivity table showing exactly how much of the current price is growth vs. multiple, not a narrative defense.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[?]      Beta: [?]      Equity Risk Premium: [?]      Cost of Debt (pre-tax): [?]      Tax Rate: [?]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this in Excel — don't guess at a DCF freehand.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DCF and Trading Comps templates at bloombruh.com/templates — pick "Palantir Technologies" or the closest available sector match. Every cell is a live formula prefilled with real data; you only need to adjust the assumptions above.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compression risk dominates — genuinely strong growth at a valuation with no margin for a slower quarter.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DCF output + sensitivity table (price target vs. WACC and terminal growth/exit multiple)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2026-08-05T15:29:37Z</dcterms:created>
  <dcterms:modified xsi:type="dcterms:W3CDTF">2026-08-05T15:29:37Z</dcterms:modified>
</cp:coreProperties>
</file>