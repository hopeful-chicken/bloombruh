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30.94</c:v>
                </c:pt>
                <c:pt idx="1">
                  <c:v>62.16</c:v>
                </c:pt>
                <c:pt idx="2">
                  <c:v>112.76</c:v>
                </c:pt>
                <c:pt idx="3">
                  <c:v>125.65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Palantir Technologies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</a:t>
            </a:r>
            <a:pPr indent="0" marL="0">
              <a:buNone/>
            </a:pPr>
            <a:r>
              <a:rPr lang="en-US" sz="24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Palantir Technologies (NASDAQ: PLTR)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$67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(-46.7%)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 is this pitch's own real DCF workbook (probability-weighted Bear/Base/Bull) — re-run it with your own assumptions before you present it as your view, not Bloombruh's.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342% commercial AI growth, priced at a multiple with no room for error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Burry's disclosed short position, explicitly framed as a 'priced for perfection' argument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Growth Is Real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revenue +342% YoY to $1.31bn, with 47% free cash flow margins — real, not vapourware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40+ Quality Metrics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 score above 140% — well clear of the standard software-quality benchmark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Concentration — Quantified, Not Assumed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revenue still 55% of total, anchored by a $10bn multi-year US Army contract — a real, checkable concentration risk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chart, like the reference decks do]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Growth Is Real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40+ Quality Metrics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Concentration — Quantified, Not Assumed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compression risk dominates — genuinely strong growth at a valuation with no margin for a slower quarter.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AI / Data Software — Where Palantir Technologies Sits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1 — cite your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industry-size or market-growth chart, with a CAGR annotation — see the reference decks' style]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 (NYSE: SNOW)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C3.ai (NYSE: AI)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 simple business-model diagram — who pays whom, for what. Keep it to 4-5 boxes and arrows, like the reference decks' merchant/network diagrams]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1 — what stops a competitor copying this?]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AI Growth Is Real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AI revenue +342% YoY to $1.31bn, with 47% free cash flow margins — real, not vapourware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of 40+ Quality Metrics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 score above 140% — well clear of the standard software-quality benchmark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Here's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80-100x forward earnings, even a moderate growth deceleration could erase a large share of the share price on multiple compression alone.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correct bear case, not a strawman — the honest response is a sensitivity table showing exactly how much of the current price is growth vs. multiple, not a narrative defense.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Real Numbers, Not Placeholders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7452360" y="1280160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on the DCF workbook's Scenarios tab.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4.62%      Beta: 1.56      Equity Risk Premium: 5%      Cost of Equity: 12.42%      After-Tax Cost of Debt: 4.35%      Weight E/D: 100% / 0%      WACC: 12.4%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pulled from the actual DCF workbook — not a placeholder.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Palantir Technologies DCF workbook (this pitch's Research Toolkit) for the complete 5-year FCF build behind every number above, on a live Bear/Base/Bull sheet where changing any assumption recomputes the target price. Every hardcoded input there is sourced — see this deck's final Sources slide, or the workbook's own Sources tab.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Base Case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29,361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34,646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15,327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USD millions unless noted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188,665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105,069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141,385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301,560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/ 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Base-case build as the downloadable DCF workbook — the workbook additionally has the full Bear/Base/Bull re-derivation, live formulas, and a Sources tab. Every hardcoded input here is real and sourced; see the final Sources slide.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near-term dated event 1 — e.g. next earnings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compression risk dominates — genuinely strong growth at a valuation with no margin for a slower quarter.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[INSERT]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slides and in the downloadable workbook; re-run it with your own view before you present it as yours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slides — where it came from, compiled August 2026. A dated snapshot, not a live feed: verify against a live quote before you present this.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$125.65 (3 Aug 2026) — the stock has since moved higher on Q2 earnings (reported ~$128-162 range later in August); this dated anchor is used for a clean, reproducible base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2.40bn shares (stockanalysis.com)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$7.81bn (cash $8.03bn, debt $211.98m) — stockanalysis.com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 (stockanalysis.com)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10-year Treasury yield, 4.62%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guidance $8.150-8.158bn (raised at Q2 2026 earnings, 3 Aug 2026), +82% YoY — the LARGEST guidance raise in company history per management commentary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~60% ADJUSTED (non-GAAP) operating margin, per FY2026 guided adjusted operating income of $4.889-4.897bn — explicitly NOT the GAAP margin, which is materially lower due to stock-based compensation; used here because it is management's own guided FCF-relevant figure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 anchored to FY26 guided +82%, tapering sharply — explicitly modeling the pitch's own 'priced for perfection' risk: even a moderate deceleration from ~60% to ~40% growth is the central bear-case mechanism, so the taper here is intentionally steep, not optimistic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Palantir Technologies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