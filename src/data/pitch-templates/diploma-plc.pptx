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Diploma PLC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LSE: DPLM   ·   Industrial Distribution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20-year UK compounder, re-rated by a fresh US aerospace bolt-on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£236m Peerless Aerospace Fastener acquisition (2026), expected +8% EPS accretion in year 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M&amp;A + Compounding Track Record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bolt-on M&amp;A engine — decades of buying small distributors at sensible multiples and integrating them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Aerospace/Defense-Adjacent Expansion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Peerless deal extends into aerospace/defense-adjacent distribution — a second way into the rearmament tailwind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Momentum Ahead of Guidance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FY2026: EPS +36% YoY, organic revenue +15%, operating margin +300bps to 24.5%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Bunzl (LSE: BNZL)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Fastenal (NASDAQ: FAST)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W.W. Grainger (NYSE: GWW)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Proven M&amp;A + Compounding Track Record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bolt-on M&amp;A engine — decades of buying small distributors at sensible multiples and integrating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Aerospace/Defense-Adjacent Expansion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Peerless deal extends into aerospace/defense-adjacent distribution — a second way into the rearmament tailwind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may worry Diploma is overpaying as the roll-up matures and good targets get scarcer.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20-year record of disciplined, accretive bolt-ons (not one bad cycle) is real evidence against that, and Peerless's stated +8% EPS accretion is a concrete, checkable near-term test.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[?]      Beta: [?]      Equity Risk Premium: [?]      Cost of Debt (pre-tax): [?]      Tax Rate: [?]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this in Excel — don't guess at a DCF freehand.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DCF and Trading Comps templates at bloombruh.com/templates — pick "Diploma PLC" or the closest available sector match. Every cell is a live formula prefilled with real data; you only need to adjust the assumptions above.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Roll-up execution risk — deterioration if it overpays, integrates poorly, or runs out of good targets. Premium valuation already prices in continued execution.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DCF output + sensitivity table (price target vs. WACC and terminal growth/exit multiple)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2026-08-05T15:29:37Z</dcterms:created>
  <dcterms:modified xsi:type="dcterms:W3CDTF">2026-08-05T15:29:37Z</dcterms:modified>
</cp:coreProperties>
</file>