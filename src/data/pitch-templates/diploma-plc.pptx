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2131.2</c:v>
                </c:pt>
                <c:pt idx="1">
                  <c:v>3786.35</c:v>
                </c:pt>
                <c:pt idx="2">
                  <c:v>6163.28</c:v>
                </c:pt>
                <c:pt idx="3">
                  <c:v>7525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Diploma PLC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Diploma PLC (LSE: DPLM)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7,525p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3,967p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(-47.3%)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20-year UK compounder, re-rated by a fresh US aerospace bolt-on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£236m Peerless Aerospace Fastener acquisition (2026), expected +8% EPS accretion in year one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M&amp;A + Compounding Track Record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bolt-on M&amp;A engine — decades of buying small distributors at sensible multiples and integrating them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Aerospace/Defense-Adjacent Expansion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Peerless deal extends into aerospace/defense-adjacent distribution — a second way into the rearmament tailwind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Momentum Ahead of Guidance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FY2026: EPS +36% YoY, organic revenue +15%, operating margin +300bps to 24.5%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M&amp;A + Compounding Track Record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Aerospace/Defense-Adjacent Expansion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Momentum Ahead of Guidance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Roll-up execution risk — deterioration if it overpays, integrates poorly, or runs out of good targets. Premium valuation already prices in continued execution.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Distribution — Where Diploma PLC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Bunzl (LSE: BNZL)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Fastenal (NASDAQ: FAST)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W.W. Grainger (NYSE: GWW)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M&amp;A + Compounding Track Record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bolt-on M&amp;A engine — decades of buying small distributors at sensible multiples and integrating them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Aerospace/Defense-Adjacent Expansion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Peerless deal extends into aerospace/defense-adjacent distribution — a second way into the rearmament tailwind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may worry Diploma is overpaying as the roll-up matures and good targets get scarcer.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20-year record of disciplined, accretive bolt-ons (not one bad cycle) is real evidence against that, and Peerless's stated +8% EPS accretion is a concrete, checkable near-term test.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3,786p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6,163p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3,967p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4.99%      Beta: 1.04      Equity Risk Premium: 5%      Cost of Equity: 10.19%      After-Tax Cost of Debt: 4.35%      Weight E/D: 96.3% / 3.7%      WACC: 10%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Diploma PLC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96.3% / 3.7%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Roll-up execution risk — deterioration if it overpays, integrates poorly, or runs out of good targets. Premium valuation already prices in continued execution.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7,525p as of 22 Jul 2026 (stockanalysis.com / site pitch)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134.09m (stockanalysis.com, Aug 2026)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£383.2m (cash £81.7m, debt £464.9m) — stockanalysis.com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10-year gilt yield, 4.99% (4 Aug 2026, tradingeconomics.com)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revenue £1,524.5m (Diploma FY25 results, 18 Nov 2025)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operating margin 22.5% (£342.7m op. profit / £1,524.5m revenue)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from Q1 FY26 reported growth (+17%); tapering toward a mid-single-digit long-run rate as the Peerless/PAR bolt-ons annualize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